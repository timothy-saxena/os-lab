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5" r:id="rId3"/>
    <p:sldId id="267" r:id="rId4"/>
    <p:sldId id="268" r:id="rId5"/>
    <p:sldId id="269" r:id="rId6"/>
    <p:sldId id="270" r:id="rId7"/>
    <p:sldId id="271" r:id="rId8"/>
    <p:sldId id="274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712" autoAdjust="0"/>
  </p:normalViewPr>
  <p:slideViewPr>
    <p:cSldViewPr snapToGrid="0">
      <p:cViewPr varScale="1">
        <p:scale>
          <a:sx n="69" d="100"/>
          <a:sy n="69" d="100"/>
        </p:scale>
        <p:origin x="12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B5A0C-5F0F-7A3F-9CFC-D556F2138F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OPERATING SYSTEM CASE STUDY-FREEDOS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3E88E3-5474-95DF-0DA1-D858E800CE4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451600" y="4301376"/>
            <a:ext cx="47404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Presented by:-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Debojyoti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Malakar (24261A05L9)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Emmadapuram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Sampreethi (24261A05M0)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 Suhas Reddy (24261A05M1)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CSE 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Mahatma Gandhi Institute of Technology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D2C90C-F59F-A581-6961-38D7025CD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922" y="3614565"/>
            <a:ext cx="2541432" cy="25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149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4273-7CFE-C462-5451-B325AFC32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E20628-DB18-B23D-AFD7-6F08A859D8E0}"/>
              </a:ext>
            </a:extLst>
          </p:cNvPr>
          <p:cNvSpPr txBox="1"/>
          <p:nvPr/>
        </p:nvSpPr>
        <p:spPr>
          <a:xfrm>
            <a:off x="1451579" y="1986116"/>
            <a:ext cx="96032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are we using </a:t>
            </a:r>
            <a:r>
              <a:rPr lang="en-US" sz="2400" dirty="0" err="1"/>
              <a:t>FreeDOS</a:t>
            </a:r>
            <a:r>
              <a:rPr lang="en-US" sz="2400" dirty="0"/>
              <a:t>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Open-source DOS-compatible operating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Lightweight and command-line based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Supports legacy software execution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Suitable for learning basic OS concepts</a:t>
            </a:r>
          </a:p>
        </p:txBody>
      </p:sp>
    </p:spTree>
    <p:extLst>
      <p:ext uri="{BB962C8B-B14F-4D97-AF65-F5344CB8AC3E}">
        <p14:creationId xmlns:p14="http://schemas.microsoft.com/office/powerpoint/2010/main" val="18382270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F8A0-7161-98C9-DFB3-CF7785084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and </a:t>
            </a:r>
            <a:r>
              <a:rPr lang="en-US" dirty="0" err="1"/>
              <a:t>relevANCE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491EF3-A214-F45C-D745-2D9B1F777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5304657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Started in 1994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by Jim Hall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as replacement for DOS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community maintained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16762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F36E4-DC12-4F09-04E2-5A7DE8C8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0EF8AC-0E7A-72F7-1BB5-EF9A88709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5835252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interacts through COMMAND.COM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Kernel handles core services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BIOS provides hardware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Monolithic DOS-style architecture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DED46B-7E91-1E82-9C53-6F89676ABDD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407"/>
          <a:stretch>
            <a:fillRect/>
          </a:stretch>
        </p:blipFill>
        <p:spPr>
          <a:xfrm>
            <a:off x="7805854" y="0"/>
            <a:ext cx="4386146" cy="609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482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F7A1C-32E8-CAC5-75CF-92B5BAC49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management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7A988E-6435-D623-8FCF-82EE0471BE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905506"/>
            <a:ext cx="654265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Conventional Memory: 640 KB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Upper Memory Area: 640 KB–1 MB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Extended Memory: Above 1 MB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HIMEM and EMM386 used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A7D15-D76A-D128-7BE7-206D6AE4D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62" b="37091"/>
          <a:stretch>
            <a:fillRect/>
          </a:stretch>
        </p:blipFill>
        <p:spPr>
          <a:xfrm>
            <a:off x="7582877" y="0"/>
            <a:ext cx="4609123" cy="6133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409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0970-6EE3-074F-482C-AA516A9FF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management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A41BD6-04B5-0249-2B5A-00ECAD6D70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10935" y="1853754"/>
            <a:ext cx="468506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FAT file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FAT12, FAT16, FAT32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files in clusters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efficient allocation </a:t>
            </a:r>
          </a:p>
        </p:txBody>
      </p:sp>
    </p:spTree>
    <p:extLst>
      <p:ext uri="{BB962C8B-B14F-4D97-AF65-F5344CB8AC3E}">
        <p14:creationId xmlns:p14="http://schemas.microsoft.com/office/powerpoint/2010/main" val="18880080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9E73C-6B1B-C4EB-3DDC-B627DF779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F920E3-7F37-F430-2B03-F556A2A4EC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571213"/>
            <a:ext cx="5412059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Command-line execution 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FreeDOS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Basic commands used: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CD\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VER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802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7F354C-4DB9-5AA5-13F4-84C095CDD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017342" cy="33455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FE8E1A-27E0-536A-4CE7-E6EB7B2F7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342" y="0"/>
            <a:ext cx="6174658" cy="33101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6E8A03D-78C8-FA78-F362-D0B9F4697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5269" y="3310193"/>
            <a:ext cx="6122611" cy="35478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5BD16E-9E47-2920-7008-0B7A723F5B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342" y="3310194"/>
            <a:ext cx="6174658" cy="354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640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BACCF-32E6-2984-075C-DD27A6CF9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limitations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A0067-326C-3605-C10F-1325A954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/>
              <a:t>Advantages:</a:t>
            </a:r>
          </a:p>
          <a:p>
            <a:r>
              <a:rPr lang="en-US" sz="2600" dirty="0"/>
              <a:t>Lightweight </a:t>
            </a:r>
          </a:p>
          <a:p>
            <a:r>
              <a:rPr lang="en-US" sz="2600" dirty="0"/>
              <a:t>Fast execution </a:t>
            </a:r>
          </a:p>
          <a:p>
            <a:r>
              <a:rPr lang="en-US" sz="2600" dirty="0"/>
              <a:t>Open-source </a:t>
            </a:r>
          </a:p>
          <a:p>
            <a:pPr marL="0" indent="0">
              <a:buNone/>
            </a:pPr>
            <a:r>
              <a:rPr lang="en-US" sz="2600" b="1" dirty="0"/>
              <a:t>Limitations:</a:t>
            </a:r>
          </a:p>
          <a:p>
            <a:r>
              <a:rPr lang="en-US" sz="2600" dirty="0"/>
              <a:t>No graphical interface </a:t>
            </a:r>
          </a:p>
          <a:p>
            <a:r>
              <a:rPr lang="en-US" sz="2600" dirty="0"/>
              <a:t>Single-tasking </a:t>
            </a:r>
          </a:p>
          <a:p>
            <a:r>
              <a:rPr lang="en-US" sz="2600" dirty="0"/>
              <a:t>Limited security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3635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E0CA-4DDE-D7FD-5D21-C31AFBF0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E3C264-9E04-7924-10AD-08C1A2DD5E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1853754"/>
            <a:ext cx="63161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FreeDOS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explains core OS concepts clearly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legacy systems and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architecture supports learning </a:t>
            </a:r>
          </a:p>
        </p:txBody>
      </p:sp>
    </p:spTree>
    <p:extLst>
      <p:ext uri="{BB962C8B-B14F-4D97-AF65-F5344CB8AC3E}">
        <p14:creationId xmlns:p14="http://schemas.microsoft.com/office/powerpoint/2010/main" val="6587781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105</TotalTime>
  <Words>194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OPERATING SYSTEM CASE STUDY-FREEDOS</vt:lpstr>
      <vt:lpstr>INTRODUCTION</vt:lpstr>
      <vt:lpstr>History and relevANCE</vt:lpstr>
      <vt:lpstr>SYSTEM ARCHITECTURE</vt:lpstr>
      <vt:lpstr>Memory management</vt:lpstr>
      <vt:lpstr>File system management</vt:lpstr>
      <vt:lpstr>demonstration</vt:lpstr>
      <vt:lpstr>PowerPoint Presentation</vt:lpstr>
      <vt:lpstr>Advantages and limitations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Kartheek Sangewar</dc:creator>
  <cp:lastModifiedBy>Kartheek Sangewar</cp:lastModifiedBy>
  <cp:revision>3</cp:revision>
  <dcterms:created xsi:type="dcterms:W3CDTF">2026-04-21T08:31:52Z</dcterms:created>
  <dcterms:modified xsi:type="dcterms:W3CDTF">2026-04-21T17:09:29Z</dcterms:modified>
</cp:coreProperties>
</file>