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59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openSUSE Leap 16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in Enterprise-Grade Linux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 |  Roll Number  |  Date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openSUSE Leap?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open-source Linux distribution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reliability, and professional use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flavours under openSUSE: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stable, fixed releases (this is what we study)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Tumbleweed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rolling release, always latest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SUSE Linux Enterprise (SLE)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OS large corporations pay for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16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released October 1, 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005840"/>
            <a:ext cx="274320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005840"/>
            <a:ext cx="274320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Linux,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for free.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2560320"/>
            <a:ext cx="274320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2560320"/>
            <a:ext cx="2743200" cy="2194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like:
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companies pay thousands for SUSE Linux Enterprise. Leap gives you the 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free.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Name, Pronunciation &amp; Mascot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303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"open-SOO-zuh"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rhymes with open source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German acronym: 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und System-Entwicklung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(Software &amp; Systems Development)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Nuremberg, Germany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name honours Konrad Zuse, inventor of the first programmable computer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"open"SUSE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"open" added in 2006 when development was opened to the public community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"Leap"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stable, fixed version. You leap from v15 → v16 rather than updating continuously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Geeko the Chameleon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symbolises adaptability across any environment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005840"/>
            <a:ext cx="274320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035040" y="100584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Geeko the Chameleon — openSUSE mascot image 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Who Built It &amp; When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0424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German students found S.u.S.E. in Nuremberg — a software services company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4813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S.u.S.E. Linux 1.0 released — one of the oldest Linux distros still alive today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836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19202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RPM packaging &amp; launched YaST — the tool that defined SUSE for 30 years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3591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Novell acquires SUSE for $210 million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27980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openSUSE community project launched — development opened to the public for first 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32369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Leap (stable) and Tumbleweed (rolling) — two distros, two purposes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10058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39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3675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SUSE becomes independent again after EQT Partners buyout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100584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78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41148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16 released — the version we are studying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Made? The Problem It Solved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SUSE Was Closed (pre-2005)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33502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SUSE Linux was a paid product only. Community developers could not contribute. Source code was released 2 months after the paid version — on purpose.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openSUSE Existed but Was Unstable (2005–2015)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56946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development opened, the community version chased the latest software. Exciting, but too unreliable for serious or professional 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— Enterprises Needed Free AND Stable Linux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Corporations couldn't afford SUSE Linux Enterprise licences for every machine, but couldn't use an unstable distro for production either.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32104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Leap (2015): </a:t>
            </a: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openSUSE directly with SUSE Linux Enterprise source code. Same stability. Same security. Zero cost.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Flavours, Two Philosophies: Leap vs Tumbleweed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32104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Tumbleweed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Release Style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Fixed versions (15, 16, 16.1…)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Rolling — updates daily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Stability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Rock solid, enterprise-grade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Cutting edge, occasionally breaks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Software Versions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Slightly older, thoroughly tested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Always the newest available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Servers, professionals, students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Developers, enthusiasts, tinkerers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Risk Level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Very low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Medium — requires attention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Support Life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24 months per release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No fixed end date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"Leap is the sturdy bridge. Tumbleweed is the speedboat."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openSUSE Leap Does Well — and What It Doesn't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 stability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breaks — thoroughly tested before every release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enforced by default — same as US DoD systems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Btrfs snapshots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your entire OS like pressing Ctrl+Z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support lifecycle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16 supported until 2031 — 6 years!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web dashboard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entire OS through a browser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0" cy="39319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3258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beginner-friendly as Ubuntu or Mint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community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online tutorials compared to Ubuntu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great for gaming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causes friction; 32-bit disabled by default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software updates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Intentional, but newer app versions arrive late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download size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ISO compared to minimal distros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Make Leap 16 Stand 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Agama Installer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installer — install openSUSE on a machine by connecting to it from another computer's browser. No other mainstream distro does this.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Snapper + Btrfs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3533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install/update auto-saves a snapshot of your system. Something breaks? Boot into the previous snapshot. Like Git for your entire 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67712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61518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OS through a browser at localhost:9090. Live CPU, RAM, storage, services — everything in a web UI.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26771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67712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Zypper Parallel Downloads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61518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packages used to take 68 seconds. Now: 13 seconds. A 5x speedup in package installation.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29584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Y2K38 Ready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87705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OSes will crash on Jan 19, 2038 (Unix timestamp overflow). Leap 16 is already fixed for this — forward-thinking engineering.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529584"/>
            <a:ext cx="397764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663440" y="3529584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Cockpit Dashboard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Functionality 1 — Installing &amp; Managing Software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Way — Myrlyn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Myrlyn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app launcher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any application by 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done. Clean, fast, focused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replacement for the old YaST software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40233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Myrlyn open with a search result visible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Way — Zypper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71600"/>
            <a:ext cx="4114800" cy="15087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zypper install firefox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zypper remove firefox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zypper update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zypper search vlc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package format — same family as Red Hat &amp; Fedora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downloads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5x faster than before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hosted on 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openSUSE Build Service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of the world's largest open-source build systems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Functionality 2 — Files, Storage &amp; Memory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— Btrfs ("Butter FS")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filesystem in Leap 16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Superpower: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snapshots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saved before every update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filesystems (ext4 in Ubuntu) just store files —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rollback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Btrfs =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for your entire operating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Dolphin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default file manager — tabbed, powerful, clean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entirely by the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running program gets its own protected memory 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partition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acts as overflow when RAM is full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shows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RAM usage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watch memory being allocated live as you open apps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Dolphin file manager screenshot 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926080"/>
            <a:ext cx="31089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669280" y="29260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Cockpit memory/storage tab showing live RAM 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Functionality 3 — Devices, I/O &amp;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udev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Linux device manager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 USB drive: udev detects it instantly, mounts it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 managed via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(Common Unix Printing System) — plug and play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I/O flows through the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kernel's I/O subsystem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treats devices, files, and network connections as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descriptors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unified interface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devices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(hard drives, USB) managed separately from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devices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(keyboard, mouse)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SELinux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(Security-Enhanced Linux) enforced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developed by the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National Security Agency (NSA)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 program is hacked, SELinux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contains the damage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005840"/>
            <a:ext cx="3108960" cy="3931920"/>
          </a:xfrm>
          <a:prstGeom prst="rect">
            <a:avLst/>
          </a:prstGeom>
          <a:solidFill>
            <a:srgbClr val="F3F4F6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669280" y="100584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Terminal showing sestatus output 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openSUSE Leap Actually Used?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6908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24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&amp; Infrastructure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075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hosting companies and IT firms run Leap as their server OS — stable, secure, long support lifecycle.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06908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024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Fleet Tracking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73168" y="13075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Leap 16 use case: a platform processing 50-100 GPS packets/second across fleets in Indonesia &amp; Philippines runs on Leap servers.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67712"/>
            <a:ext cx="406908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86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Research &amp; Universities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56946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research institutes, particularly in Germany and Europe, for stable compute environments and scientific workloads.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26771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67712"/>
            <a:ext cx="406908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286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Workstations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73168" y="256946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who need a stable base to build and test software without their OS breaking under them.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29584"/>
            <a:ext cx="406908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47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Enterprise Linux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83133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students and sysadmins preparing to work with SUSE Linux Enterprise professionally — same codebase, zero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529584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529584"/>
            <a:ext cx="406908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547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&amp; Cloud Workloads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383133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Leap Micro — a minimal immutable variant designed for containerised and virtualised cloud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openSUSE Leap — and What We Learned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Ubuntu, Fedora, or Kali — a genuinely different OS philosophy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16 released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current case study in the class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content for every OS concept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process management, memory, filesystems, security, networking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deployed in real production environments — not a hobbyist toy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perfectly in VirtualBox — easy to explore and screenshot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10058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openSUSE Leap = the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version of what corporations pay for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feature: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without sacrifice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modern tools, modern security, zero instability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16 bold moves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Wayland-only, SELinux by default, new Agama installer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until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 years of security updates from today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32104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OS that enterprises trust — now in your VirtualBox."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1527</Words>
  <Application>Microsoft Office PowerPoint</Application>
  <PresentationFormat>On-screen Show (16:9)</PresentationFormat>
  <Paragraphs>188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openSUSE Leap 16 - A Case Study</dc:title>
  <dc:subject>PptxGenJS Presentation</dc:subject>
  <dc:creator>PptxGenJS</dc:creator>
  <cp:lastModifiedBy>Anurodh Saxena</cp:lastModifiedBy>
  <cp:revision>2</cp:revision>
  <dcterms:created xsi:type="dcterms:W3CDTF">2026-04-22T17:55:12Z</dcterms:created>
  <dcterms:modified xsi:type="dcterms:W3CDTF">2026-04-22T18:03:02Z</dcterms:modified>
</cp:coreProperties>
</file>